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発表者ノート（変更）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発表者ノート（変更）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共通の文章</a:t>
            </a:r>
          </a:p>
          <a:p>
            <a:r>
              <a:t>日本語 &amp; &lt;test&gt;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576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詳細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変更後の文章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576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YY series</dc:creator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2013-01-27T09:15:58Z</dcterms:modified>
  <cp:category/>
</cp:coreProperties>
</file>